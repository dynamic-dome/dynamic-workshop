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Stellt euch vor: Ihr tippt einen einzigen Satz — und euer Entwicklungswerkzeug versteht nicht nur WAS ihr wollt, sondern WARUM.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alle kennen das: 20 Tools, 5 Terminals, staendig Copy-Paste zwischen Systemen. Jedes Tool kann nur eines. Nichts spricht miteinander.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ist anders. Es ist kein Plugin — es ist ein Betriebssystem fuer eure Entwicklung. Und das Beste: Diese Bausteine lassen sich frei kombinieren. Nicht additiv — multiplikativ. Jedes neue Tool potenziert alle anderen.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Seht selbst: Ein Satz — und Claude analysiert den Code, findet den Bug, schreibt den Fix, erstellt Tests, committed und erstellt das Ticket. Automatisch. Zuverlaessig.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drei Sessions zeigen wir euch, wie ihr das alles selbst aufbaut.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32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0F0"/>
                </a:solidFill>
                <a:latin typeface="Segoe UI"/>
              </a:defRPr>
            </a:pPr>
            <a:r>
              <a:t>Was waere, wenn euer Code</a:t>
            </a:r>
            <a:br/>
            <a:r>
              <a:t>sich selbst reviewen koennte?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D4FF"/>
                </a:solidFill>
                <a:latin typeface="Consolas"/>
              </a:defRPr>
            </a:pPr>
            <a:r>
              <a:t>_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[0:00 - 0:15]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  <a:latin typeface="Segoe UI"/>
              </a:defRPr>
            </a:pPr>
            <a:r>
              <a:t>Das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594360"/>
          </a:xfrm>
          <a:prstGeom prst="roundRect">
            <a:avLst/>
          </a:prstGeom>
          <a:solidFill>
            <a:srgbClr val="2A151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  <a:r>
              <a:t>IDE + 12 Plugins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114800" cy="594360"/>
          </a:xfrm>
          <a:prstGeom prst="roundRect">
            <a:avLst/>
          </a:prstGeom>
          <a:solidFill>
            <a:srgbClr val="2A151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  <a:r>
              <a:t>5 Terminal-Fenster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4114800" cy="594360"/>
          </a:xfrm>
          <a:prstGeom prst="roundRect">
            <a:avLst/>
          </a:prstGeom>
          <a:solidFill>
            <a:srgbClr val="2A151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  <a:r>
              <a:t>Jira / Confluence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4114800" cy="594360"/>
          </a:xfrm>
          <a:prstGeom prst="roundRect">
            <a:avLst/>
          </a:prstGeom>
          <a:solidFill>
            <a:srgbClr val="2A151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  <a:r>
              <a:t>Slack /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4114800" cy="594360"/>
          </a:xfrm>
          <a:prstGeom prst="roundRect">
            <a:avLst/>
          </a:prstGeom>
          <a:solidFill>
            <a:srgbClr val="2A151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  <a:r>
              <a:t>Stack Overflow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03520"/>
            <a:ext cx="4114800" cy="594360"/>
          </a:xfrm>
          <a:prstGeom prst="roundRect">
            <a:avLst/>
          </a:prstGeom>
          <a:solidFill>
            <a:srgbClr val="2A151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F0F0F0"/>
                </a:solidFill>
                <a:latin typeface="Segoe UI"/>
              </a:defRPr>
            </a:pPr>
            <a:r>
              <a:t>Copy &amp; Paste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9A0AA"/>
                </a:solidFill>
                <a:latin typeface="Segoe UI"/>
              </a:defRPr>
            </a:pPr>
            <a:r>
              <a:t>Jedes Tool kann nur eines.</a:t>
            </a:r>
            <a:br/>
            <a:br/>
            <a:r>
              <a:t>Nichts spricht miteinander.</a:t>
            </a:r>
            <a:br/>
            <a:br/>
            <a:r>
              <a:t>Isolierte Inseln.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[0:15 - 0:45]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FF"/>
                </a:solidFill>
                <a:latin typeface="Segoe UI"/>
              </a:defRPr>
            </a:pPr>
            <a:r>
              <a:t>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9A0AA"/>
                </a:solidFill>
                <a:latin typeface="Segoe UI"/>
              </a:defRPr>
            </a:pPr>
            <a:r>
              <a:t>Kein Plugin — ein Betriebssystem fuer eure Entwicklung.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10332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560320" cy="164592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Skills</a:t>
            </a:r>
            <a:br/>
            <a:br/>
            <a:r>
              <a:t>Berechtigungsprofile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743200"/>
            <a:ext cx="2560320" cy="164592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Hooks</a:t>
            </a:r>
            <a:br/>
            <a:br/>
            <a:r>
              <a:t>Alarmsensoren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743200"/>
            <a:ext cx="2560320" cy="164592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MCP</a:t>
            </a:r>
            <a:br/>
            <a:br/>
            <a:r>
              <a:t>Der Datenbus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743200"/>
            <a:ext cx="2560320" cy="1645920"/>
          </a:xfrm>
          <a:prstGeom prst="roundRect">
            <a:avLst/>
          </a:prstGeom>
          <a:solidFill>
            <a:srgbClr val="141A24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2200">
                <a:solidFill>
                  <a:srgbClr val="F0F0F0"/>
                </a:solidFill>
                <a:latin typeface="Segoe UI"/>
              </a:defRPr>
            </a:pPr>
            <a:r>
              <a:t>Agents</a:t>
            </a:r>
            <a:br/>
            <a:br/>
            <a:r>
              <a:t>Wachpersonal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0"/>
                </a:solidFill>
                <a:latin typeface="Segoe UI"/>
              </a:defRPr>
            </a:pPr>
            <a:r>
              <a:t>Nicht additiv — multiplikativ.</a:t>
            </a:r>
            <a:br/>
            <a:r>
              <a:t>Jedes neue Tool potenziert alle anderen.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[0:45 - 1:30]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  <a:latin typeface="Segoe UI"/>
              </a:defRPr>
            </a:pPr>
            <a:r>
              <a:t>Ein Satz. Alles automatisch.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731520"/>
          </a:xfrm>
          <a:prstGeom prst="roundRect">
            <a:avLst/>
          </a:prstGeom>
          <a:solidFill>
            <a:srgbClr val="0A0E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00FF88"/>
                </a:solidFill>
                <a:latin typeface="Segoe UI"/>
              </a:defRPr>
            </a:pPr>
            <a:r>
              <a:t>&gt; "Finde den Bug in access_control.py, fix ihn, schreib Tests, committe."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548640" cy="5029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0D11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743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Segoe UI"/>
              </a:defRPr>
            </a:pPr>
            <a:r>
              <a:t>Code analysieren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743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0AA"/>
                </a:solidFill>
                <a:latin typeface="Segoe UI"/>
              </a:defRPr>
            </a:pPr>
            <a:r>
              <a:t>Scanning access_control.py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29000"/>
            <a:ext cx="548640" cy="5029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0D11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Segoe UI"/>
              </a:defRPr>
            </a:pPr>
            <a:r>
              <a:t>Bug identifizieren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429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0AA"/>
                </a:solidFill>
                <a:latin typeface="Segoe UI"/>
              </a:defRPr>
            </a:pPr>
            <a:r>
              <a:t>Command Injection in Zeile 47 gefunden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548640" cy="5029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0D11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Segoe UI"/>
              </a:defRPr>
            </a:pPr>
            <a:r>
              <a:t>Fix schreiben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148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0AA"/>
                </a:solidFill>
                <a:latin typeface="Segoe UI"/>
              </a:defRPr>
            </a:pPr>
            <a:r>
              <a:t>subprocess.run() mit shlex.quote()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00600"/>
            <a:ext cx="548640" cy="5029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0D11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Segoe UI"/>
              </a:defRPr>
            </a:pPr>
            <a:r>
              <a:t>Tests erstellen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8006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0AA"/>
                </a:solidFill>
                <a:latin typeface="Segoe UI"/>
              </a:defRPr>
            </a:pPr>
            <a:r>
              <a:t>3 neue Tests, alle gruen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86400"/>
            <a:ext cx="548640" cy="5029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>
                <a:solidFill>
                  <a:srgbClr val="0D11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Segoe UI"/>
              </a:defRPr>
            </a:pPr>
            <a:r>
              <a:t>Commit &amp;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4864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0AA"/>
                </a:solidFill>
                <a:latin typeface="Segoe UI"/>
              </a:defRPr>
            </a:pPr>
            <a:r>
              <a:t>fix: sanitize user input in access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[1:30 - 2:15]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FF"/>
                </a:solidFill>
                <a:latin typeface="Segoe UI"/>
              </a:defRPr>
            </a:pPr>
            <a:r>
              <a:t>Claude Code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A0AA"/>
                </a:solidFill>
                <a:latin typeface="Segoe UI"/>
              </a:defRPr>
            </a:pPr>
            <a:r>
              <a:t>Von den Grundlagen bis Multi-Agent-Systeme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754880"/>
            <a:ext cx="48463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E7A"/>
                </a:solidFill>
                <a:latin typeface="Segoe UI"/>
              </a:defRPr>
            </a:pPr>
            <a:r>
              <a:t>3 Sessions  •  13 Module  •  100% Praxis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E7A"/>
                </a:solidFill>
                <a:latin typeface="Segoe UI"/>
              </a:defRPr>
            </a:pPr>
            <a:r>
              <a:t>[2:15 - 2:30]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